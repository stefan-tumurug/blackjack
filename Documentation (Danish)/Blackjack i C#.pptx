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4" r:id="rId6"/>
    <p:sldId id="277" r:id="rId7"/>
    <p:sldId id="287" r:id="rId8"/>
    <p:sldId id="282" r:id="rId9"/>
    <p:sldId id="283" r:id="rId10"/>
    <p:sldId id="290" r:id="rId11"/>
    <p:sldId id="263" r:id="rId12"/>
    <p:sldId id="262" r:id="rId13"/>
    <p:sldId id="264" r:id="rId14"/>
    <p:sldId id="275" r:id="rId15"/>
    <p:sldId id="289" r:id="rId16"/>
  </p:sldIdLst>
  <p:sldSz cx="12192000" cy="6858000"/>
  <p:notesSz cx="6858000" cy="9144000"/>
  <p:defaultTextStyle>
    <a:defPPr rtl="0"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Forfatter" initials="F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319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7568598-B467-4351-8427-D5323CDEA632}" type="datetime1">
              <a:rPr lang="da-DK" smtClean="0"/>
              <a:t>13-02-2026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0B487FA-24C8-4160-82F0-0A0B18FC9CF9}" type="datetime1">
              <a:rPr lang="da-DK" noProof="0" smtClean="0"/>
              <a:t>13-02-2026</a:t>
            </a:fld>
            <a:endParaRPr lang="da-DK" noProof="0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a-DK" noProof="0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a-DK" noProof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rPr lang="da-DK" dirty="0"/>
              <a:t>Jeg har lavet en Blackjack CLI i C#</a:t>
            </a:r>
          </a:p>
          <a:p>
            <a:r>
              <a:rPr lang="da-DK" dirty="0"/>
              <a:t>Fokus har været struktur, testbarhed og ren kode</a:t>
            </a:r>
          </a:p>
          <a:p>
            <a:pPr rtl="0"/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Det er en klassisk Blackjack, men bygget som softwareprojekt, ikke bare et spil.</a:t>
            </a:r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95734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577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51422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571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6396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894587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25985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51152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1977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17454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1" name="Pladsholder til dato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22" name="Pladsholder til sidefod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23" name="Pladsholder til slidenummer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to indho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7" name="Pladsholder til indhold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da-DK" noProof="0"/>
              <a:t>Klik for at redigere i master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0" name="Pladsholder til indhold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4" name="Pladsholder til dato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15" name="Pladsholder til sidefod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16" name="Pladsholder til slidenummer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fire indho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4" name="Pladsholder til indhold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5" name="Pladsholder til indhold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6" name="Pladsholder til indhold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7" name="Pladsholder til indhold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8" name="Pladsholder til indhold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9" name="Pladsholder til indhold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0" name="Pladsholder til indhold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21" name="Pladsholder til dato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22" name="Pladsholder til sidefod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23" name="Pladsholder til slidenummer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venstre indho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titlen</a:t>
            </a:r>
          </a:p>
        </p:txBody>
      </p:sp>
      <p:sp>
        <p:nvSpPr>
          <p:cNvPr id="8" name="Pladsholder til indhold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4" name="Pladsholder til dato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5" name="Pladsholder til sidefod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16" name="Pladsholder til slidenummer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er tekst med øverste ka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4" name="Rektangel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er teks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8" name="Pladsholder til dato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9" name="Pladsholder til sidefod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10" name="Pladsholder til slidenummer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fir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1</a:t>
            </a:r>
          </a:p>
        </p:txBody>
      </p:sp>
      <p:sp>
        <p:nvSpPr>
          <p:cNvPr id="11" name="Pladsholder til tekst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2</a:t>
            </a:r>
          </a:p>
        </p:txBody>
      </p:sp>
      <p:sp>
        <p:nvSpPr>
          <p:cNvPr id="13" name="Pladsholder til tekst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3</a:t>
            </a:r>
          </a:p>
        </p:txBody>
      </p:sp>
      <p:sp>
        <p:nvSpPr>
          <p:cNvPr id="15" name="Pladsholder til tekst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4</a:t>
            </a:r>
          </a:p>
        </p:txBody>
      </p:sp>
      <p:sp>
        <p:nvSpPr>
          <p:cNvPr id="21" name="Pladsholder til onlinebillede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2" name="Pladsholder til onlinebillede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3" name="Pladsholder til onlinebillede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4" name="Pladsholder til onlinebillede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5" name="Pladsholder til dato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26" name="Pladsholder til sidefod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27" name="Pladsholder til slidenummer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indhold og fire bille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1</a:t>
            </a:r>
          </a:p>
        </p:txBody>
      </p:sp>
      <p:sp>
        <p:nvSpPr>
          <p:cNvPr id="11" name="Pladsholder til tekst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2</a:t>
            </a:r>
          </a:p>
        </p:txBody>
      </p:sp>
      <p:sp>
        <p:nvSpPr>
          <p:cNvPr id="13" name="Pladsholder til tekst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3</a:t>
            </a:r>
          </a:p>
        </p:txBody>
      </p:sp>
      <p:sp>
        <p:nvSpPr>
          <p:cNvPr id="15" name="Pladsholder til tekst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4</a:t>
            </a:r>
          </a:p>
        </p:txBody>
      </p:sp>
      <p:sp>
        <p:nvSpPr>
          <p:cNvPr id="21" name="Pladsholder til onlinebillede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2" name="Pladsholder til onlinebillede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3" name="Pladsholder til onlinebillede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24" name="Pladsholder til onlinebillede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n-US" noProof="0"/>
              <a:t>Click icon to add online image</a:t>
            </a:r>
            <a:endParaRPr lang="da-DK" noProof="0"/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16" name="Pladsholder til tekst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1</a:t>
            </a:r>
          </a:p>
        </p:txBody>
      </p:sp>
      <p:sp>
        <p:nvSpPr>
          <p:cNvPr id="17" name="Pladsholder til tekst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2</a:t>
            </a:r>
          </a:p>
        </p:txBody>
      </p:sp>
      <p:sp>
        <p:nvSpPr>
          <p:cNvPr id="18" name="Pladsholder til tekst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3</a:t>
            </a:r>
          </a:p>
        </p:txBody>
      </p:sp>
      <p:sp>
        <p:nvSpPr>
          <p:cNvPr id="19" name="Pladsholder til tekst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Punkttegn 4</a:t>
            </a:r>
          </a:p>
        </p:txBody>
      </p:sp>
      <p:sp>
        <p:nvSpPr>
          <p:cNvPr id="28" name="Pladsholder til tekst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30" name="Pladsholder til dato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31" name="Pladsholder til sidefod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32" name="Pladsholder til slidenummer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sationsdiagra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14" name="Pladsholder til tekst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16" name="Pladsholder til tekst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17" name="Pladsholder til tekst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18" name="Pladsholder til tekst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19" name="Pladsholder til tekst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20" name="Pladsholder til tekst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25" name="Pladsholder til tekst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26" name="Pladsholder til tekst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27" name="Pladsholder til tekst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28" name="Pladsholder til tekst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29" name="Pladsholder til tekst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Pladsholder til dato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42" name="Pladsholder til sidefod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43" name="Pladsholder til slidenummer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Lige forbindelse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Lige forbindelse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Lige forbindelse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højre indhold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da-DK" noProof="0"/>
              <a:t>Klik for at redigere i master</a:t>
            </a: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7" name="Pladsholder til dato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8" name="Pladsholder til sidefod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10" name="Pladsholder til slidenummer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ukk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da-DK" noProof="0"/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da-DK" noProof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soverskri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ktangel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6" name="Pladsholder til billede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da-DK" noProof="0"/>
          </a:p>
        </p:txBody>
      </p:sp>
      <p:sp>
        <p:nvSpPr>
          <p:cNvPr id="7" name="Pladsholder til billede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da-DK" noProof="0"/>
          </a:p>
        </p:txBody>
      </p:sp>
      <p:sp>
        <p:nvSpPr>
          <p:cNvPr id="8" name="Pladsholder til billede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da-DK" noProof="0"/>
          </a:p>
        </p:txBody>
      </p:sp>
      <p:sp>
        <p:nvSpPr>
          <p:cNvPr id="9" name="Pladsholder til billede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n-US" noProof="0"/>
              <a:t>Click icon to add picture</a:t>
            </a:r>
            <a:endParaRPr lang="da-DK" noProof="0"/>
          </a:p>
        </p:txBody>
      </p:sp>
      <p:sp>
        <p:nvSpPr>
          <p:cNvPr id="11" name="Pladsholder til tekst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12" name="Pladsholder til tekst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16" name="Pladsholder til tekst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17" name="Pladsholder til tekst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19" name="Pladsholder til tekst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20" name="Pladsholder til tekst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22" name="Pladsholder til tekst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Navn</a:t>
            </a:r>
          </a:p>
        </p:txBody>
      </p:sp>
      <p:sp>
        <p:nvSpPr>
          <p:cNvPr id="23" name="Pladsholder til tekst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da-DK" noProof="0"/>
              <a:t>Titel</a:t>
            </a:r>
          </a:p>
        </p:txBody>
      </p:sp>
      <p:sp>
        <p:nvSpPr>
          <p:cNvPr id="24" name="Pladsholder til dato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25" name="Pladsholder til sidefod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26" name="Pladsholder til slidenummer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pPr rtl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a-DK" noProof="0"/>
              <a:t>Klik for at redigere titeltypografier i master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a-DK" noProof="0"/>
              <a:t>Klik for at redigere i master</a:t>
            </a:r>
          </a:p>
          <a:p>
            <a:pPr lvl="1" rtl="0"/>
            <a:r>
              <a:rPr lang="da-DK" noProof="0"/>
              <a:t>Andet niveau</a:t>
            </a:r>
          </a:p>
          <a:p>
            <a:pPr lvl="2" rtl="0"/>
            <a:r>
              <a:rPr lang="da-DK" noProof="0"/>
              <a:t>Tredje niveau</a:t>
            </a:r>
          </a:p>
          <a:p>
            <a:pPr lvl="3" rtl="0"/>
            <a:r>
              <a:rPr lang="da-DK" noProof="0"/>
              <a:t>Fjerde niveau</a:t>
            </a:r>
          </a:p>
          <a:p>
            <a:pPr lvl="4" rtl="0"/>
            <a:r>
              <a:rPr lang="da-DK" noProof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29-07-20XX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a-DK" noProof="0"/>
              <a:t>Medarbejderorientering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da-DK" noProof="0" smtClean="0"/>
              <a:t>‹#›</a:t>
            </a:fld>
            <a:endParaRPr lang="da-DK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tefan-Tumurug/Blackjac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a-DK" sz="5200" spc="-30" dirty="0"/>
              <a:t>Blackjack i C#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92826" y="5277362"/>
            <a:ext cx="5740400" cy="784225"/>
          </a:xfrm>
        </p:spPr>
        <p:txBody>
          <a:bodyPr rtlCol="0"/>
          <a:lstStyle/>
          <a:p>
            <a:pPr marL="0" indent="0" rtl="0">
              <a:buNone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Stefan Andrei Tumurug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4CF4C-505F-057B-66A3-47C6C4B28D3C}"/>
              </a:ext>
            </a:extLst>
          </p:cNvPr>
          <p:cNvSpPr txBox="1"/>
          <p:nvPr/>
        </p:nvSpPr>
        <p:spPr>
          <a:xfrm>
            <a:off x="3823716" y="6488668"/>
            <a:ext cx="5567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6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https://github.com/Stefan-Tumurug/Blackjack</a:t>
            </a:r>
            <a:endParaRPr lang="da-DK" sz="1600" dirty="0">
              <a:solidFill>
                <a:schemeClr val="bg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a-DK" dirty="0"/>
              <a:t>Hvad er projektet?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661602"/>
            <a:ext cx="5684520" cy="3181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>
              <a:lnSpc>
                <a:spcPct val="150000"/>
              </a:lnSpc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Console-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baseret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Blackjack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Én spiller mod dealer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Standard blackjack regler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Hit / Stand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Automatisk dealer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Spil igen</a:t>
            </a:r>
          </a:p>
        </p:txBody>
      </p:sp>
      <p:sp>
        <p:nvSpPr>
          <p:cNvPr id="12" name="Pladsholder til dato 11">
            <a:extLst>
              <a:ext uri="{FF2B5EF4-FFF2-40B4-BE49-F238E27FC236}">
                <a16:creationId xmlns:a16="http://schemas.microsoft.com/office/drawing/2014/main" id="{F068B7E0-3F26-4101-8308-9627365C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13" name="Pladsholder til sidefod 12">
            <a:extLst>
              <a:ext uri="{FF2B5EF4-FFF2-40B4-BE49-F238E27FC236}">
                <a16:creationId xmlns:a16="http://schemas.microsoft.com/office/drawing/2014/main" id="{D53A5F38-6B02-4793-861F-93179457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14" name="Pladsholder til slidenummer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802253"/>
            <a:ext cx="5684520" cy="1305562"/>
          </a:xfrm>
        </p:spPr>
        <p:txBody>
          <a:bodyPr rtlCol="0"/>
          <a:lstStyle/>
          <a:p>
            <a:pPr rtl="0"/>
            <a:r>
              <a:rPr lang="da-DK" dirty="0"/>
              <a:t>Krav og Løsning</a:t>
            </a:r>
          </a:p>
        </p:txBody>
      </p:sp>
      <p:sp>
        <p:nvSpPr>
          <p:cNvPr id="11" name="Pladsholder til dato 10">
            <a:extLst>
              <a:ext uri="{FF2B5EF4-FFF2-40B4-BE49-F238E27FC236}">
                <a16:creationId xmlns:a16="http://schemas.microsoft.com/office/drawing/2014/main" id="{39DEAC25-4DF8-463C-83B2-7DBD27EB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a-DK" dirty="0"/>
              <a:t>13/02/2026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a-DK" dirty="0"/>
              <a:t>Specialisterne Projekt Præsentation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da-DK" smtClean="0"/>
              <a:pPr/>
              <a:t>3</a:t>
            </a:fld>
            <a:endParaRPr lang="da-D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134586-3573-2878-1C8E-68154B8E01D3}"/>
              </a:ext>
            </a:extLst>
          </p:cNvPr>
          <p:cNvSpPr txBox="1"/>
          <p:nvPr/>
        </p:nvSpPr>
        <p:spPr>
          <a:xfrm>
            <a:off x="6486145" y="3584448"/>
            <a:ext cx="2743200" cy="3229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Projektstruktur</a:t>
            </a:r>
          </a:p>
          <a:p>
            <a:pPr algn="r"/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2" algn="r"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 Opdelt arkitektur</a:t>
            </a:r>
          </a:p>
          <a:p>
            <a:pPr lvl="2" algn="r"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Automatisk test</a:t>
            </a:r>
          </a:p>
          <a:p>
            <a:pPr lvl="2" algn="r">
              <a:lnSpc>
                <a:spcPct val="150000"/>
              </a:lnSpc>
            </a:pPr>
            <a:r>
              <a:rPr lang="da-DK" sz="12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FakeDeck</a:t>
            </a: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til tests</a:t>
            </a:r>
          </a:p>
          <a:p>
            <a:pPr lvl="2" algn="r"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Deterministiske scenarier</a:t>
            </a:r>
          </a:p>
          <a:p>
            <a:pPr lvl="2" algn="r"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Input-validering</a:t>
            </a:r>
          </a:p>
          <a:p>
            <a:pPr lvl="2" algn="r"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Klar adskillelse mellem spil og UI</a:t>
            </a:r>
          </a:p>
          <a:p>
            <a:pPr algn="r">
              <a:lnSpc>
                <a:spcPct val="150000"/>
              </a:lnSpc>
            </a:pP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0B260F2-F5F1-2C36-784E-BE4DC673495D}"/>
              </a:ext>
            </a:extLst>
          </p:cNvPr>
          <p:cNvCxnSpPr/>
          <p:nvPr/>
        </p:nvCxnSpPr>
        <p:spPr>
          <a:xfrm>
            <a:off x="5705856" y="3584448"/>
            <a:ext cx="0" cy="255117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57B99FC-C4DC-2D5B-7479-CE813A1C8A7A}"/>
              </a:ext>
            </a:extLst>
          </p:cNvPr>
          <p:cNvSpPr/>
          <p:nvPr/>
        </p:nvSpPr>
        <p:spPr>
          <a:xfrm>
            <a:off x="-254506" y="3108960"/>
            <a:ext cx="12701012" cy="365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6041F-F972-987E-FF03-93168D69CEE3}"/>
              </a:ext>
            </a:extLst>
          </p:cNvPr>
          <p:cNvSpPr txBox="1"/>
          <p:nvPr/>
        </p:nvSpPr>
        <p:spPr>
          <a:xfrm>
            <a:off x="1981201" y="3584448"/>
            <a:ext cx="2743200" cy="162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Krav</a:t>
            </a:r>
          </a:p>
          <a:p>
            <a:endParaRPr lang="da-DK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Blackjack</a:t>
            </a:r>
          </a:p>
          <a:p>
            <a:pPr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Hit / Stand</a:t>
            </a:r>
          </a:p>
          <a:p>
            <a:pPr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Dealer til 17</a:t>
            </a:r>
          </a:p>
          <a:p>
            <a:pPr>
              <a:lnSpc>
                <a:spcPct val="150000"/>
              </a:lnSpc>
            </a:pPr>
            <a:r>
              <a:rPr lang="da-DK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Win / Lose / Push</a:t>
            </a:r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rtl="0"/>
            <a:r>
              <a:rPr lang="da-DK" sz="3600" dirty="0"/>
              <a:t>Hvordan er projektet bygget?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 = Det visuelle, eller UI</a:t>
            </a:r>
          </a:p>
          <a:p>
            <a:pPr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Core = Selve spillet</a:t>
            </a:r>
          </a:p>
          <a:p>
            <a:pPr rtl="0">
              <a:lnSpc>
                <a:spcPct val="150000"/>
              </a:lnSpc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Tests = Automatisk kontrol</a:t>
            </a:r>
          </a:p>
        </p:txBody>
      </p:sp>
      <p:sp>
        <p:nvSpPr>
          <p:cNvPr id="11" name="Pladsholder til dato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12" name="Pladsholder til sidefod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13" name="Pladsholder til slidenummer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4</a:t>
            </a:fld>
            <a:endParaRPr lang="da-DK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08F0A8-0332-7AD7-578E-294705842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58" y="1011180"/>
            <a:ext cx="3181794" cy="538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a-DK" dirty="0"/>
              <a:t>De vigtige tekniske valg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C00F5E8E-AA23-4F53-A19C-6F6BA70BDA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155876" y="2216149"/>
            <a:ext cx="2105186" cy="365125"/>
          </a:xfrm>
        </p:spPr>
        <p:txBody>
          <a:bodyPr rtlCol="0">
            <a:noAutofit/>
          </a:bodyPr>
          <a:lstStyle/>
          <a:p>
            <a:pPr rtl="0"/>
            <a:r>
              <a:rPr lang="da-DK" sz="16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Adskillelse af logik og det visuelle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2240B2F9-E3CD-4790-A034-A2B55659D6C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155876" y="3063875"/>
            <a:ext cx="2105186" cy="365125"/>
          </a:xfrm>
        </p:spPr>
        <p:txBody>
          <a:bodyPr rtlCol="0">
            <a:noAutofit/>
          </a:bodyPr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Alt i CLI kan ændres efter ønske</a:t>
            </a:r>
          </a:p>
        </p:txBody>
      </p:sp>
      <p:sp>
        <p:nvSpPr>
          <p:cNvPr id="17" name="Pladsholder til tekst 16">
            <a:extLst>
              <a:ext uri="{FF2B5EF4-FFF2-40B4-BE49-F238E27FC236}">
                <a16:creationId xmlns:a16="http://schemas.microsoft.com/office/drawing/2014/main" id="{8FF7F565-6C73-467A-AD66-158FB42A6A89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4705549" y="2216149"/>
            <a:ext cx="2105186" cy="365125"/>
          </a:xfrm>
        </p:spPr>
        <p:txBody>
          <a:bodyPr rtlCol="0"/>
          <a:lstStyle/>
          <a:p>
            <a:pPr rtl="0"/>
            <a:r>
              <a:rPr lang="da-DK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Automatiske tests</a:t>
            </a:r>
            <a:endParaRPr lang="da-DK" dirty="0"/>
          </a:p>
        </p:txBody>
      </p:sp>
      <p:sp>
        <p:nvSpPr>
          <p:cNvPr id="18" name="Pladsholder til tekst 17">
            <a:extLst>
              <a:ext uri="{FF2B5EF4-FFF2-40B4-BE49-F238E27FC236}">
                <a16:creationId xmlns:a16="http://schemas.microsoft.com/office/drawing/2014/main" id="{99247289-DB03-4DFD-86B5-D0ACB05A79C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4705549" y="3054981"/>
            <a:ext cx="2105186" cy="365125"/>
          </a:xfrm>
        </p:spPr>
        <p:txBody>
          <a:bodyPr rtlCol="0">
            <a:noAutofit/>
          </a:bodyPr>
          <a:lstStyle/>
          <a:p>
            <a:pPr rtl="0"/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MSTest</a:t>
            </a: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bruges for at køre tests</a:t>
            </a:r>
          </a:p>
        </p:txBody>
      </p:sp>
      <p:sp>
        <p:nvSpPr>
          <p:cNvPr id="19" name="Pladsholder til tekst 18">
            <a:extLst>
              <a:ext uri="{FF2B5EF4-FFF2-40B4-BE49-F238E27FC236}">
                <a16:creationId xmlns:a16="http://schemas.microsoft.com/office/drawing/2014/main" id="{FE81C04D-9802-4217-A4CF-6425CA89028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255222" y="2216149"/>
            <a:ext cx="2105186" cy="365125"/>
          </a:xfrm>
        </p:spPr>
        <p:txBody>
          <a:bodyPr rtlCol="0"/>
          <a:lstStyle/>
          <a:p>
            <a:pPr rtl="0"/>
            <a:r>
              <a:rPr lang="da-DK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FakeDeck</a:t>
            </a:r>
            <a:endParaRPr lang="da-DK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Pladsholder til tekst 19">
            <a:extLst>
              <a:ext uri="{FF2B5EF4-FFF2-40B4-BE49-F238E27FC236}">
                <a16:creationId xmlns:a16="http://schemas.microsoft.com/office/drawing/2014/main" id="{17482830-A464-43C1-8765-91A33F89F87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255222" y="3054981"/>
            <a:ext cx="2217962" cy="575187"/>
          </a:xfrm>
        </p:spPr>
        <p:txBody>
          <a:bodyPr rtlCol="0">
            <a:normAutofit/>
          </a:bodyPr>
          <a:lstStyle/>
          <a:p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Specifikke kortrækkefølger</a:t>
            </a:r>
          </a:p>
        </p:txBody>
      </p:sp>
      <p:sp>
        <p:nvSpPr>
          <p:cNvPr id="61" name="Pladsholder til dato 60">
            <a:extLst>
              <a:ext uri="{FF2B5EF4-FFF2-40B4-BE49-F238E27FC236}">
                <a16:creationId xmlns:a16="http://schemas.microsoft.com/office/drawing/2014/main" id="{C5E86CA3-CC65-4085-BCDC-93141EBD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62" name="Pladsholder til sidefod 61">
            <a:extLst>
              <a:ext uri="{FF2B5EF4-FFF2-40B4-BE49-F238E27FC236}">
                <a16:creationId xmlns:a16="http://schemas.microsoft.com/office/drawing/2014/main" id="{C1BA4316-79F5-4E35-B754-FEEFC06C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63" name="Pladsholder til slidenummer 62">
            <a:extLst>
              <a:ext uri="{FF2B5EF4-FFF2-40B4-BE49-F238E27FC236}">
                <a16:creationId xmlns:a16="http://schemas.microsoft.com/office/drawing/2014/main" id="{22B5CBBF-FB43-46F2-8846-3DF85C26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5</a:t>
            </a:fld>
            <a:endParaRPr lang="da-DK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606C2B-E6D7-96AC-EF4B-AB2866C11809}"/>
              </a:ext>
            </a:extLst>
          </p:cNvPr>
          <p:cNvSpPr/>
          <p:nvPr/>
        </p:nvSpPr>
        <p:spPr>
          <a:xfrm>
            <a:off x="-254506" y="1508125"/>
            <a:ext cx="12701012" cy="1825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5860774" cy="1325563"/>
          </a:xfrm>
        </p:spPr>
        <p:txBody>
          <a:bodyPr rtlCol="0"/>
          <a:lstStyle/>
          <a:p>
            <a:pPr rtl="0"/>
            <a:r>
              <a:rPr lang="da-DK" dirty="0"/>
              <a:t>Unit tests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E87EA335-59AB-41C6-9DC4-FB6271C6FA5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rtlCol="0">
            <a:normAutofit/>
          </a:bodyPr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Test Methods</a:t>
            </a:r>
          </a:p>
          <a:p>
            <a:pPr rtl="0"/>
            <a:endParaRPr lang="da-DK" dirty="0">
              <a:solidFill>
                <a:schemeClr val="accent1">
                  <a:lumMod val="50000"/>
                </a:schemeClr>
              </a:solidFill>
            </a:endParaRPr>
          </a:p>
          <a:p>
            <a:pPr rtl="0"/>
            <a:endParaRPr lang="da-DK" dirty="0">
              <a:solidFill>
                <a:schemeClr val="accent1">
                  <a:lumMod val="50000"/>
                </a:schemeClr>
              </a:solidFill>
            </a:endParaRPr>
          </a:p>
          <a:p>
            <a:pPr rtl="0"/>
            <a:endParaRPr lang="da-DK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3CB713CD-9676-4C62-A54C-4E083C8AC87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 rtlCol="0">
            <a:normAutofit/>
          </a:bodyPr>
          <a:lstStyle/>
          <a:p>
            <a:pPr rtl="0"/>
            <a:r>
              <a:rPr lang="da-DK" dirty="0" err="1"/>
              <a:t>MSTest</a:t>
            </a:r>
            <a:endParaRPr lang="da-DK" dirty="0"/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D449393-01D5-4ED7-BB16-BBF3495F4E5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 rtlCol="0">
            <a:normAutofit/>
          </a:bodyPr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Bust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7EC3D3BC-6B13-4732-B281-0DC87654555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 rtlCol="0">
            <a:noAutofit/>
          </a:bodyPr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Tab ved overskridelse af 21</a:t>
            </a:r>
          </a:p>
        </p:txBody>
      </p:sp>
      <p:sp>
        <p:nvSpPr>
          <p:cNvPr id="7" name="Pladsholder til tekst 6">
            <a:extLst>
              <a:ext uri="{FF2B5EF4-FFF2-40B4-BE49-F238E27FC236}">
                <a16:creationId xmlns:a16="http://schemas.microsoft.com/office/drawing/2014/main" id="{697AF928-B2C0-4872-9F06-CDCC8E9FD34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 rtlCol="0"/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Dealer Draw</a:t>
            </a:r>
          </a:p>
        </p:txBody>
      </p:sp>
      <p:sp>
        <p:nvSpPr>
          <p:cNvPr id="8" name="Pladsholder til tekst 7">
            <a:extLst>
              <a:ext uri="{FF2B5EF4-FFF2-40B4-BE49-F238E27FC236}">
                <a16:creationId xmlns:a16="http://schemas.microsoft.com/office/drawing/2014/main" id="{205ED549-D3DC-4637-81DC-119A688806E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 rtlCol="0"/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Stopper ved 17</a:t>
            </a:r>
          </a:p>
        </p:txBody>
      </p:sp>
      <p:sp>
        <p:nvSpPr>
          <p:cNvPr id="9" name="Pladsholder til tekst 8">
            <a:extLst>
              <a:ext uri="{FF2B5EF4-FFF2-40B4-BE49-F238E27FC236}">
                <a16:creationId xmlns:a16="http://schemas.microsoft.com/office/drawing/2014/main" id="{EA278329-9C36-4C21-9979-4D5224D17DF6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 rtlCol="0"/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Ace Value</a:t>
            </a:r>
          </a:p>
          <a:p>
            <a:pPr rtl="0"/>
            <a:endParaRPr lang="da-DK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Pladsholder til tekst 9">
            <a:extLst>
              <a:ext uri="{FF2B5EF4-FFF2-40B4-BE49-F238E27FC236}">
                <a16:creationId xmlns:a16="http://schemas.microsoft.com/office/drawing/2014/main" id="{180E310F-5240-442A-B86E-74D6D9AE5CB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 rtlCol="0"/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 eller 11</a:t>
            </a:r>
          </a:p>
        </p:txBody>
      </p:sp>
      <p:sp>
        <p:nvSpPr>
          <p:cNvPr id="11" name="Pladsholder til tekst 10">
            <a:extLst>
              <a:ext uri="{FF2B5EF4-FFF2-40B4-BE49-F238E27FC236}">
                <a16:creationId xmlns:a16="http://schemas.microsoft.com/office/drawing/2014/main" id="{35224851-6D42-4702-BA6E-1D6E311B0FC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 rtlCol="0"/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Hand Value</a:t>
            </a:r>
          </a:p>
        </p:txBody>
      </p:sp>
      <p:sp>
        <p:nvSpPr>
          <p:cNvPr id="12" name="Pladsholder til tekst 11">
            <a:extLst>
              <a:ext uri="{FF2B5EF4-FFF2-40B4-BE49-F238E27FC236}">
                <a16:creationId xmlns:a16="http://schemas.microsoft.com/office/drawing/2014/main" id="{9BD05CD9-9178-4189-85F6-5C1BE011C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 rtlCol="0"/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Tælles kort korrekt</a:t>
            </a:r>
          </a:p>
        </p:txBody>
      </p:sp>
      <p:sp>
        <p:nvSpPr>
          <p:cNvPr id="13" name="Pladsholder til tekst 12">
            <a:extLst>
              <a:ext uri="{FF2B5EF4-FFF2-40B4-BE49-F238E27FC236}">
                <a16:creationId xmlns:a16="http://schemas.microsoft.com/office/drawing/2014/main" id="{98025CA1-4574-4771-839A-BA094C716F2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 rtlCol="0"/>
          <a:lstStyle/>
          <a:p>
            <a:pPr rtl="0"/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Draw / Push</a:t>
            </a:r>
          </a:p>
        </p:txBody>
      </p:sp>
      <p:sp>
        <p:nvSpPr>
          <p:cNvPr id="14" name="Pladsholder til tekst 13">
            <a:extLst>
              <a:ext uri="{FF2B5EF4-FFF2-40B4-BE49-F238E27FC236}">
                <a16:creationId xmlns:a16="http://schemas.microsoft.com/office/drawing/2014/main" id="{6E8C3BBA-7ADE-4673-B1C0-F82A24EC45E9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 rtlCol="0">
            <a:normAutofit fontScale="92500" lnSpcReduction="20000"/>
          </a:bodyPr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Ingen </a:t>
            </a:r>
            <a:r>
              <a:rPr lang="da-DK" sz="13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vinder</a:t>
            </a: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hvis begge får 21</a:t>
            </a:r>
          </a:p>
        </p:txBody>
      </p:sp>
      <p:sp>
        <p:nvSpPr>
          <p:cNvPr id="93" name="Pladsholder til dato 92">
            <a:extLst>
              <a:ext uri="{FF2B5EF4-FFF2-40B4-BE49-F238E27FC236}">
                <a16:creationId xmlns:a16="http://schemas.microsoft.com/office/drawing/2014/main" id="{3AC5835A-784B-4C88-A45F-7E8D3F44A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94" name="Pladsholder til sidefod 93">
            <a:extLst>
              <a:ext uri="{FF2B5EF4-FFF2-40B4-BE49-F238E27FC236}">
                <a16:creationId xmlns:a16="http://schemas.microsoft.com/office/drawing/2014/main" id="{50D83CAC-5CC8-48FB-9901-0AE1FB07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95" name="Pladsholder til slidenummer 94">
            <a:extLst>
              <a:ext uri="{FF2B5EF4-FFF2-40B4-BE49-F238E27FC236}">
                <a16:creationId xmlns:a16="http://schemas.microsoft.com/office/drawing/2014/main" id="{D540D638-BFEC-45F4-AEB5-32A5318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6</a:t>
            </a:fld>
            <a:endParaRPr lang="da-DK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5E853E-0E28-6FB9-635A-A67C0ADA886F}"/>
              </a:ext>
            </a:extLst>
          </p:cNvPr>
          <p:cNvSpPr/>
          <p:nvPr/>
        </p:nvSpPr>
        <p:spPr>
          <a:xfrm>
            <a:off x="-276278" y="1639585"/>
            <a:ext cx="12701012" cy="1825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962667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F102-8ED9-FF3A-12EC-42428D67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6457" y="819334"/>
            <a:ext cx="4071258" cy="1325563"/>
          </a:xfrm>
        </p:spPr>
        <p:txBody>
          <a:bodyPr/>
          <a:lstStyle/>
          <a:p>
            <a:r>
              <a:rPr lang="da-DK" dirty="0"/>
              <a:t>Code </a:t>
            </a:r>
            <a:r>
              <a:rPr lang="da-DK" dirty="0" err="1"/>
              <a:t>Snippets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E306-B6AE-F303-10CE-544D6954C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9017" y="2941971"/>
            <a:ext cx="4334689" cy="474211"/>
          </a:xfrm>
        </p:spPr>
        <p:txBody>
          <a:bodyPr/>
          <a:lstStyle/>
          <a:p>
            <a:r>
              <a:rPr lang="da-DK" dirty="0"/>
              <a:t>Es logik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77CBC-8BFC-889C-340A-3A63EC89592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936533" y="729171"/>
            <a:ext cx="4334689" cy="474211"/>
          </a:xfrm>
        </p:spPr>
        <p:txBody>
          <a:bodyPr/>
          <a:lstStyle/>
          <a:p>
            <a:r>
              <a:rPr lang="da-DK" dirty="0"/>
              <a:t>Testbarhed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93449FB8-C270-DC6B-9DEC-6C72B80946CD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599017" y="3429000"/>
            <a:ext cx="5186138" cy="2677427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B6CB757E-5D15-429E-A8FB-F1AFB4B4B10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 dirty="0"/>
              <a:t>13/02/2026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274FE63B-4CA7-FECF-8A21-662053B7B6F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6CAD005-FB9E-94F8-D647-F871001CF25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rtl="0"/>
            <a:fld id="{B5CEABB6-07DC-46E8-9B57-56EC44A396E5}" type="slidenum">
              <a:rPr lang="da-DK" noProof="0" smtClean="0"/>
              <a:pPr rtl="0"/>
              <a:t>7</a:t>
            </a:fld>
            <a:endParaRPr lang="da-DK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E54C8-8DE3-867C-5930-C59FF2811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6533" y="1261148"/>
            <a:ext cx="2734964" cy="15715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F4E4951-3776-1C4F-318A-15CA260E6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533" y="2957519"/>
            <a:ext cx="5111680" cy="314890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47FFC6-ADA2-20D4-ACE7-3FEE115DE6FD}"/>
              </a:ext>
            </a:extLst>
          </p:cNvPr>
          <p:cNvCxnSpPr>
            <a:cxnSpLocks/>
          </p:cNvCxnSpPr>
          <p:nvPr/>
        </p:nvCxnSpPr>
        <p:spPr>
          <a:xfrm>
            <a:off x="6849163" y="819334"/>
            <a:ext cx="0" cy="5287093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D8625E-531E-F21D-0D5D-C56DCCBFD23C}"/>
              </a:ext>
            </a:extLst>
          </p:cNvPr>
          <p:cNvCxnSpPr/>
          <p:nvPr/>
        </p:nvCxnSpPr>
        <p:spPr>
          <a:xfrm>
            <a:off x="1599017" y="2957519"/>
            <a:ext cx="525014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35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/>
            </a:gs>
            <a:gs pos="39000">
              <a:schemeClr val="accent4">
                <a:lumMod val="66000"/>
                <a:lumOff val="34000"/>
              </a:schemeClr>
            </a:gs>
            <a:gs pos="72000">
              <a:schemeClr val="accent4">
                <a:lumMod val="60000"/>
                <a:lumOff val="40000"/>
              </a:schemeClr>
            </a:gs>
            <a:gs pos="89000">
              <a:schemeClr val="accent4">
                <a:lumMod val="46000"/>
                <a:lumOff val="54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a-DK" dirty="0"/>
              <a:t>Arbejdsproces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8421587F-8DFD-4A31-9931-8A346A92D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a-DK" dirty="0"/>
              <a:t>Kode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1E4DE8-F909-4081-9F20-47494092292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 rtlCol="0"/>
          <a:lstStyle/>
          <a:p>
            <a:pPr rtl="0"/>
            <a:r>
              <a:rPr lang="da-DK" dirty="0"/>
              <a:t>Dokumentation 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B411EEF9-4CD0-4C5D-AA3F-A7E039366643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rtlCol="0"/>
          <a:lstStyle/>
          <a:p>
            <a:pPr rtl="0"/>
            <a:r>
              <a:rPr lang="da-DK" dirty="0"/>
              <a:t>Tests</a:t>
            </a:r>
          </a:p>
        </p:txBody>
      </p:sp>
      <p:sp>
        <p:nvSpPr>
          <p:cNvPr id="8" name="Pladsholder til indhold 7">
            <a:extLst>
              <a:ext uri="{FF2B5EF4-FFF2-40B4-BE49-F238E27FC236}">
                <a16:creationId xmlns:a16="http://schemas.microsoft.com/office/drawing/2014/main" id="{12CCD16A-B1A1-4FC6-94F4-823076E7E72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rtlCol="0"/>
          <a:lstStyle/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Struktur først</a:t>
            </a:r>
          </a:p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Spilregler</a:t>
            </a:r>
          </a:p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Game engine</a:t>
            </a:r>
          </a:p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UI</a:t>
            </a:r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05ADB6C6-1D18-4340-A5EF-7A4038798E10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rtlCol="0"/>
          <a:lstStyle/>
          <a:p>
            <a:pPr rtl="0"/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Tidsregistration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Fremgangsmåde</a:t>
            </a:r>
          </a:p>
        </p:txBody>
      </p:sp>
      <p:sp>
        <p:nvSpPr>
          <p:cNvPr id="10" name="Pladsholder til indhold 9">
            <a:extLst>
              <a:ext uri="{FF2B5EF4-FFF2-40B4-BE49-F238E27FC236}">
                <a16:creationId xmlns:a16="http://schemas.microsoft.com/office/drawing/2014/main" id="{EC9DABE2-9B69-4D86-AFBB-CBEB8E957E7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246851" cy="1219201"/>
          </a:xfrm>
        </p:spPr>
        <p:txBody>
          <a:bodyPr rtlCol="0">
            <a:normAutofit/>
          </a:bodyPr>
          <a:lstStyle/>
          <a:p>
            <a:pPr rtl="0"/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Dependencies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rtl="0"/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Coverage</a:t>
            </a: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report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rtl="0"/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Hard-</a:t>
            </a:r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Coded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8" name="Pladsholder til dato 47">
            <a:extLst>
              <a:ext uri="{FF2B5EF4-FFF2-40B4-BE49-F238E27FC236}">
                <a16:creationId xmlns:a16="http://schemas.microsoft.com/office/drawing/2014/main" id="{9F0F90AF-D03D-4A81-B9BF-B3263897031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49" name="Pladsholder til sidefod 48">
            <a:extLst>
              <a:ext uri="{FF2B5EF4-FFF2-40B4-BE49-F238E27FC236}">
                <a16:creationId xmlns:a16="http://schemas.microsoft.com/office/drawing/2014/main" id="{7761BB44-2A96-4AC0-9DB6-13C710983FA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50" name="Pladsholder til slidenummer 49">
            <a:extLst>
              <a:ext uri="{FF2B5EF4-FFF2-40B4-BE49-F238E27FC236}">
                <a16:creationId xmlns:a16="http://schemas.microsoft.com/office/drawing/2014/main" id="{84B61B7E-5114-4B02-895E-18609706A1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el 1">
            <a:extLst>
              <a:ext uri="{FF2B5EF4-FFF2-40B4-BE49-F238E27FC236}">
                <a16:creationId xmlns:a16="http://schemas.microsoft.com/office/drawing/2014/main" id="{47C57BC2-D2D3-86A9-8E26-77B1EE32D859}"/>
              </a:ext>
            </a:extLst>
          </p:cNvPr>
          <p:cNvSpPr txBox="1">
            <a:spLocks/>
          </p:cNvSpPr>
          <p:nvPr/>
        </p:nvSpPr>
        <p:spPr>
          <a:xfrm>
            <a:off x="838200" y="39223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a-DK" dirty="0">
                <a:solidFill>
                  <a:schemeClr val="accent1">
                    <a:lumMod val="50000"/>
                  </a:schemeClr>
                </a:solidFill>
              </a:rPr>
              <a:t>Demo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858D11-56D8-03FE-009E-E6C9411A87EC}"/>
              </a:ext>
            </a:extLst>
          </p:cNvPr>
          <p:cNvSpPr/>
          <p:nvPr/>
        </p:nvSpPr>
        <p:spPr>
          <a:xfrm>
            <a:off x="3136392" y="2020824"/>
            <a:ext cx="5907024" cy="44074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a-DK" dirty="0">
                <a:solidFill>
                  <a:schemeClr val="accent3"/>
                </a:solidFill>
              </a:rPr>
              <a:t>Demo</a:t>
            </a:r>
          </a:p>
        </p:txBody>
      </p:sp>
      <p:sp>
        <p:nvSpPr>
          <p:cNvPr id="113" name="Pladsholder til dato 112">
            <a:extLst>
              <a:ext uri="{FF2B5EF4-FFF2-40B4-BE49-F238E27FC236}">
                <a16:creationId xmlns:a16="http://schemas.microsoft.com/office/drawing/2014/main" id="{7E8EF87C-1B5A-4A25-A610-FF5D18E2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114" name="Pladsholder til sidefod 113">
            <a:extLst>
              <a:ext uri="{FF2B5EF4-FFF2-40B4-BE49-F238E27FC236}">
                <a16:creationId xmlns:a16="http://schemas.microsoft.com/office/drawing/2014/main" id="{E1B2A7C1-7EE4-45F0-B54C-188E1133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115" name="Pladsholder til slidenummer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9</a:t>
            </a:fld>
            <a:endParaRPr lang="da-DK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318B8C4-A605-DAE8-1A58-53D0CB1F72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r="43124" b="19201"/>
          <a:stretch>
            <a:fillRect/>
          </a:stretch>
        </p:blipFill>
        <p:spPr>
          <a:xfrm>
            <a:off x="3220726" y="2085891"/>
            <a:ext cx="5750548" cy="42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da-DK" dirty="0"/>
              <a:t>Hvad lærte jeg?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da-DK" dirty="0"/>
              <a:t>Brug af </a:t>
            </a:r>
            <a:r>
              <a:rPr lang="da-DK" dirty="0" err="1"/>
              <a:t>MSTest</a:t>
            </a:r>
            <a:endParaRPr lang="da-DK" dirty="0"/>
          </a:p>
          <a:p>
            <a:pPr rtl="0"/>
            <a:r>
              <a:rPr lang="da-DK" dirty="0" err="1"/>
              <a:t>Coverage</a:t>
            </a:r>
            <a:r>
              <a:rPr lang="da-DK" dirty="0"/>
              <a:t> Reports</a:t>
            </a:r>
          </a:p>
          <a:p>
            <a:pPr rtl="0"/>
            <a:r>
              <a:rPr lang="da-DK" dirty="0"/>
              <a:t>Planlægning</a:t>
            </a:r>
          </a:p>
          <a:p>
            <a:pPr rtl="0"/>
            <a:r>
              <a:rPr lang="da-DK" dirty="0"/>
              <a:t>Struktur</a:t>
            </a:r>
          </a:p>
          <a:p>
            <a:pPr rtl="0"/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93C0990-DED4-43F9-8B0F-41ABFD53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3F344BF2-756E-40EF-B839-C3DBB55B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EF4E4AC-866E-41A9-AD13-857054D9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a-DK" dirty="0"/>
              <a:t>Begrænsninger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477059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 rtl="0">
              <a:buNone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Ønskede tilføjelser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Betting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Split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Statistik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Grafisk interface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da-DK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Multiplayer / </a:t>
            </a:r>
            <a:r>
              <a:rPr lang="da-DK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Bots</a:t>
            </a:r>
            <a:endParaRPr lang="da-DK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0A31818-326D-4287-B1AE-435C12F0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4296" y="6356350"/>
            <a:ext cx="2743200" cy="365125"/>
          </a:xfrm>
        </p:spPr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1317DFAA-582C-42B0-90C4-9DAA9C13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3942E2BA-3D9C-4A41-A42E-C08CE009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r>
              <a:rPr lang="da-DK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da-DK"/>
              <a:t>Tak</a:t>
            </a:r>
          </a:p>
        </p:txBody>
      </p:sp>
      <p:sp>
        <p:nvSpPr>
          <p:cNvPr id="10" name="Pladsholder til dato 9">
            <a:extLst>
              <a:ext uri="{FF2B5EF4-FFF2-40B4-BE49-F238E27FC236}">
                <a16:creationId xmlns:a16="http://schemas.microsoft.com/office/drawing/2014/main" id="{EE046113-1034-4F4B-8AED-98885E8F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da-DK" dirty="0"/>
              <a:t>13/02/2026</a:t>
            </a:r>
          </a:p>
        </p:txBody>
      </p:sp>
      <p:sp>
        <p:nvSpPr>
          <p:cNvPr id="11" name="Pladsholder til sidefod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da-DK" dirty="0"/>
              <a:t>Specialisterne Projekt Præsentation</a:t>
            </a:r>
          </a:p>
        </p:txBody>
      </p:sp>
      <p:sp>
        <p:nvSpPr>
          <p:cNvPr id="12" name="Pladsholder til slidenummer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da-DK" smtClean="0"/>
              <a:pPr rtl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Custom 4">
      <a:dk1>
        <a:sysClr val="windowText" lastClr="000000"/>
      </a:dk1>
      <a:lt1>
        <a:srgbClr val="FFFFFF"/>
      </a:lt1>
      <a:dk2>
        <a:srgbClr val="44546A"/>
      </a:dk2>
      <a:lt2>
        <a:srgbClr val="E7E6E6"/>
      </a:lt2>
      <a:accent1>
        <a:srgbClr val="CACAE8"/>
      </a:accent1>
      <a:accent2>
        <a:srgbClr val="A0DADE"/>
      </a:accent2>
      <a:accent3>
        <a:srgbClr val="FFFFFF"/>
      </a:accent3>
      <a:accent4>
        <a:srgbClr val="29285D"/>
      </a:accent4>
      <a:accent5>
        <a:srgbClr val="EDF1F2"/>
      </a:accent5>
      <a:accent6>
        <a:srgbClr val="9769CA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196_TF03460514_Win32" id="{81CDC880-C1B4-488D-8D8E-46152856880F}" vid="{26FB2867-00FC-41C3-B7D2-87A499F79283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300</Words>
  <Application>Microsoft Office PowerPoint</Application>
  <PresentationFormat>Widescreen</PresentationFormat>
  <Paragraphs>128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ADLaM Display</vt:lpstr>
      <vt:lpstr>Arial</vt:lpstr>
      <vt:lpstr>Calibri</vt:lpstr>
      <vt:lpstr>Skeena</vt:lpstr>
      <vt:lpstr>Times New Roman</vt:lpstr>
      <vt:lpstr>Office-tema</vt:lpstr>
      <vt:lpstr>Blackjack i C#</vt:lpstr>
      <vt:lpstr>Hvad er projektet?</vt:lpstr>
      <vt:lpstr>Krav og Løsning</vt:lpstr>
      <vt:lpstr>Hvordan er projektet bygget?</vt:lpstr>
      <vt:lpstr>De vigtige tekniske valg</vt:lpstr>
      <vt:lpstr>Unit tests</vt:lpstr>
      <vt:lpstr>Code Snippets</vt:lpstr>
      <vt:lpstr>Arbejdsproces</vt:lpstr>
      <vt:lpstr>Demo</vt:lpstr>
      <vt:lpstr>Hvad lærte jeg?</vt:lpstr>
      <vt:lpstr>Begrænsninger</vt:lpstr>
      <vt:lpstr>Tak</vt:lpstr>
    </vt:vector>
  </TitlesOfParts>
  <Company>Specialisterne DK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Andrei Tumurug</dc:creator>
  <cp:lastModifiedBy>Stefan Andrei Tumurug</cp:lastModifiedBy>
  <cp:revision>1</cp:revision>
  <dcterms:created xsi:type="dcterms:W3CDTF">2026-02-13T08:39:13Z</dcterms:created>
  <dcterms:modified xsi:type="dcterms:W3CDTF">2026-02-13T10:03:21Z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